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38650db1d54ef5" /><Relationship Type="http://schemas.openxmlformats.org/officeDocument/2006/relationships/extended-properties" Target="/docProps/app.xml" Id="Rfd17f00cc7f84ccb" /><Relationship Type="http://schemas.openxmlformats.org/officeDocument/2006/relationships/officeDocument" Target="/ppt/presentation.xml" Id="Rc2901b9afe504e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1a65bfaae74fcb"/>
  </p:sldMasterIdLst>
  <p:notesMasterIdLst>
    <p:notesMasterId xmlns:r="http://schemas.openxmlformats.org/officeDocument/2006/relationships" r:id="R81fb75a7ac1b4935"/>
  </p:notesMasterIdLst>
  <p:sldIdLst>
    <p:sldId xmlns:r="http://schemas.openxmlformats.org/officeDocument/2006/relationships" id="256" r:id="Rb2e11fdc5854409c"/>
    <p:sldId xmlns:r="http://schemas.openxmlformats.org/officeDocument/2006/relationships" id="257" r:id="R65f8061db6e744ae"/>
    <p:sldId xmlns:r="http://schemas.openxmlformats.org/officeDocument/2006/relationships" id="258" r:id="R129bc1a97e9a4478"/>
    <p:sldId xmlns:r="http://schemas.openxmlformats.org/officeDocument/2006/relationships" id="259" r:id="R5385c78de50e4442"/>
    <p:sldId xmlns:r="http://schemas.openxmlformats.org/officeDocument/2006/relationships" id="260" r:id="Ra4a715a4d07c43a2"/>
    <p:sldId xmlns:r="http://schemas.openxmlformats.org/officeDocument/2006/relationships" id="261" r:id="Rf2fdc775923f4585"/>
    <p:sldId xmlns:r="http://schemas.openxmlformats.org/officeDocument/2006/relationships" id="262" r:id="Ra88075492f0b4e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ed7a9ae02e4a3f" /><Relationship Type="http://schemas.openxmlformats.org/officeDocument/2006/relationships/slideMaster" Target="/ppt/slideMasters/slideMaster1.xml" Id="R0f1a65bfaae74fcb" /><Relationship Type="http://schemas.openxmlformats.org/officeDocument/2006/relationships/notesMaster" Target="/ppt/notesMasters/notesMaster1.xml" Id="R81fb75a7ac1b4935" /><Relationship Type="http://schemas.openxmlformats.org/officeDocument/2006/relationships/presProps" Target="/ppt/presProps.xml" Id="R9f3d85d68c74407b" /><Relationship Type="http://schemas.openxmlformats.org/officeDocument/2006/relationships/tableStyles" Target="/ppt/tableStyles.xml" Id="Ra55ae9482f0947d3" /><Relationship Type="http://schemas.openxmlformats.org/officeDocument/2006/relationships/slide" Target="/ppt/slides/slide1.xml" Id="Rb2e11fdc5854409c" /><Relationship Type="http://schemas.openxmlformats.org/officeDocument/2006/relationships/slide" Target="/ppt/slides/slide2.xml" Id="R65f8061db6e744ae" /><Relationship Type="http://schemas.openxmlformats.org/officeDocument/2006/relationships/slide" Target="/ppt/slides/slide3.xml" Id="R129bc1a97e9a4478" /><Relationship Type="http://schemas.openxmlformats.org/officeDocument/2006/relationships/slide" Target="/ppt/slides/slide4.xml" Id="R5385c78de50e4442" /><Relationship Type="http://schemas.openxmlformats.org/officeDocument/2006/relationships/slide" Target="/ppt/slides/slide5.xml" Id="Ra4a715a4d07c43a2" /><Relationship Type="http://schemas.openxmlformats.org/officeDocument/2006/relationships/slide" Target="/ppt/slides/slide6.xml" Id="Rf2fdc775923f4585" /><Relationship Type="http://schemas.openxmlformats.org/officeDocument/2006/relationships/slide" Target="/ppt/slides/slide7.xml" Id="Ra88075492f0b4e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31495460cb44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998da4eb054e94" /><Relationship Type="http://schemas.openxmlformats.org/officeDocument/2006/relationships/notesMaster" Target="/ppt/notesMasters/notesMaster1.xml" Id="R67029fabba5549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027b7f3e12454f" /><Relationship Type="http://schemas.openxmlformats.org/officeDocument/2006/relationships/notesMaster" Target="/ppt/notesMasters/notesMaster1.xml" Id="Rb2daad5fa75749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1b8b977148495d" /><Relationship Type="http://schemas.openxmlformats.org/officeDocument/2006/relationships/notesMaster" Target="/ppt/notesMasters/notesMaster1.xml" Id="Re4d5dbeb37294d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c6a840134e4a47" /><Relationship Type="http://schemas.openxmlformats.org/officeDocument/2006/relationships/notesMaster" Target="/ppt/notesMasters/notesMaster1.xml" Id="R65770acd518c42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2e557a6ba84157" /><Relationship Type="http://schemas.openxmlformats.org/officeDocument/2006/relationships/notesMaster" Target="/ppt/notesMasters/notesMaster1.xml" Id="Rc60ff0fc943347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8b9cbd693a41ab" /><Relationship Type="http://schemas.openxmlformats.org/officeDocument/2006/relationships/notesMaster" Target="/ppt/notesMasters/notesMaster1.xml" Id="R491bc266b87e4b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59f98afcc94468" /><Relationship Type="http://schemas.openxmlformats.org/officeDocument/2006/relationships/notesMaster" Target="/ppt/notesMasters/notesMaster1.xml" Id="Rc615aca075d646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 y estructura del repositorio mini-stock.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funcionalidades y componentes PublicCatalog.vue, AdminRequests.vue e InventoryTable.vue.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app/app.vue, app/components/PublicCatalog.vue y server/api/requests.post.ts.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números del mockup son ilustrativos para explicar la interfaz. La aplicación calcula métricas desde el inventario real. Fuente: app/app.vue, AdminRequests.vue y composables/useInventory.ts.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nuxt.config.ts, wrangler.toml, server/middleware/access.ts, server/middleware/rateLimit.ts y server/utils/audit.ts.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TODO.md. “Implementado” recoge tareas marcadas como completadas. “Siguiente etapa” resume pendientes del roadmap; la prioridad es una recomendación editorial, no una decisión registrada en 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basado en el alcance documentado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dbff022ec24e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d30d378a844612" /><Relationship Type="http://schemas.openxmlformats.org/officeDocument/2006/relationships/slideLayout" Target="/ppt/slideLayouts/slideLayout1.xml" Id="Rac0e5bbe55cb4c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0e5bbe55cb4c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c3bfb19854053" /><Relationship Type="http://schemas.openxmlformats.org/officeDocument/2006/relationships/image" Target="/ppt/media/image.jpeg" Id="R0a9182cb945b49e5" /><Relationship Type="http://schemas.openxmlformats.org/officeDocument/2006/relationships/notesSlide" Target="/ppt/notesSlides/notesSlide1.xml" Id="R10be066dda1740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24c622fbb426b" /><Relationship Type="http://schemas.openxmlformats.org/officeDocument/2006/relationships/image" Target="/ppt/media/image2.jpeg" Id="R97825222337941eb" /><Relationship Type="http://schemas.openxmlformats.org/officeDocument/2006/relationships/notesSlide" Target="/ppt/notesSlides/notesSlide2.xml" Id="R0c1e4e77e3134e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4749782924132" /><Relationship Type="http://schemas.openxmlformats.org/officeDocument/2006/relationships/notesSlide" Target="/ppt/notesSlides/notesSlide3.xml" Id="R3e3d0ecee4fa4c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bb1e6f1464664" /><Relationship Type="http://schemas.openxmlformats.org/officeDocument/2006/relationships/notesSlide" Target="/ppt/notesSlides/notesSlide4.xml" Id="Rae12560baa594a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a7b67f10848af" /><Relationship Type="http://schemas.openxmlformats.org/officeDocument/2006/relationships/notesSlide" Target="/ppt/notesSlides/notesSlide5.xml" Id="R4cec77187fdb49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222d1059e4b66" /><Relationship Type="http://schemas.openxmlformats.org/officeDocument/2006/relationships/notesSlide" Target="/ppt/notesSlides/notesSlide6.xml" Id="Re367f1a8cc0f42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d9412d1d84d42" /><Relationship Type="http://schemas.openxmlformats.org/officeDocument/2006/relationships/image" Target="/ppt/media/image3.jpeg" Id="R3b21c1187d7e4a96" /><Relationship Type="http://schemas.openxmlformats.org/officeDocument/2006/relationships/notesSlide" Target="/ppt/notesSlides/notesSlide7.xml" Id="Rb70aef66c5a34d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4B3ED-F603-4055-9060-C7ACC9B0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2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2D000-A426-4FB0-A62A-B996C31C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D3F9A-7336-4164-A932-D0E350DF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19150"/>
            <a:ext cx="2514600" cy="52197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8A58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182cb945b49e5"/>
          <a:srcRect xmlns:a="http://schemas.openxmlformats.org/drawingml/2006/main" l="28400" t="0" r="284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1047750"/>
            <a:ext cx="2057400" cy="4762500"/>
          </a:xfrm>
          <a:prstGeom xmlns:a="http://schemas.openxmlformats.org/drawingml/2006/main" prst="roundRect">
            <a:avLst>
              <a:gd name="adj" fmla="val 1018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3F582-D3FC-45AD-9A6E-58E15D0A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C9BD8-C93B-4A31-95D7-B0A812E5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B4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B49A"/>
                </a:solidFill>
                <a:latin typeface="Arial"/>
                <a:ea typeface="Arial"/>
                <a:cs typeface="Arial"/>
              </a:rPr>
              <a:t>PROYECTO WEB ·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F6837-F6B4-4987-9178-B288D4B8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Stock 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A3A8C-F8FA-4A8B-A02A-EF1A09ED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Inventario y regalos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el equipo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4F2EC-2EAF-4C62-A6B2-01B28764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D7E0E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7E0E4"/>
                </a:solidFill>
                <a:latin typeface="Arial"/>
                <a:ea typeface="Arial"/>
                <a:cs typeface="Arial"/>
              </a:rPr>
              <a:t>Un workspace interno para consultar, solicitar y gestionar stock por ubicación.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F79BB-0A37-4708-B88F-BFF01F7E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AEBBC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EBBC2"/>
                </a:solidFill>
                <a:latin typeface="Arial"/>
                <a:ea typeface="Arial"/>
                <a:cs typeface="Arial"/>
              </a:rPr>
              <a:t>Nuxt 4  ·  Cloudflare Pages  ·  D1</a:t>
            </a:r>
          </a:p>
        </p:txBody>
      </p:sp>
    </p:spTree>
    <p:extLst>
      <p:ext uri="{BB962C8B-B14F-4D97-AF65-F5344CB8AC3E}">
        <p14:creationId xmlns:p14="http://schemas.microsoft.com/office/powerpoint/2010/main" val="58031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52EFE-89BE-4B66-87F5-233A2C99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Qué resuelve Stock F1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B1620-A175-44F8-8603-B4638F71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Una única vista para el catálogo, las solicitudes y el inventario operativo.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A8051-D49A-490B-8ED6-F24260D1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A22B9-977E-4868-8B38-3938171E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AE2E5-817F-4871-A443-76DE0B77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8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El equipo necesita consultar regalos disponibles sin perder el control de las existencias ni de las solicitudes pendientes.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83081-290F-4644-BF21-F1BD3C3A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Stock F1 conecta la experiencia del empleado con la operación de Operations y mantiene el stock sincronizado en D1.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AEA5F-D79D-4CEF-989A-F7A1CBC2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238125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25222337941eb"/>
          <a:srcRect xmlns:a="http://schemas.openxmlformats.org/drawingml/2006/main" l="0" t="10194" r="0" b="10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2247900"/>
            <a:ext cx="1962150" cy="1562100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68426-56C4-45F7-BBED-E97A20A9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00500"/>
            <a:ext cx="196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Catálogo público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2A388-3D77-4751-9A7A-293D7097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672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Disponibilidad por línea y ubicación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47180-659B-458C-ADB2-E9A65D10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238125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DCEA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22C6A-349D-4153-A4F8-BA37EB25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241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1B4965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B496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95E00-6184-46B7-BE9D-9990F38E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B49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B4965"/>
                </a:solidFill>
                <a:latin typeface="Arial"/>
                <a:ea typeface="Arial"/>
                <a:cs typeface="Arial"/>
              </a:rPr>
              <a:t>Solicitudes con bloqueo temporal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9F922-96F9-4633-A3EA-B33BEA64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1B496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B4965"/>
                </a:solidFill>
                <a:latin typeface="Arial"/>
                <a:ea typeface="Arial"/>
                <a:cs typeface="Arial"/>
              </a:rPr>
              <a:t>El artículo queda reservado mientras Operations decide.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CB25B-0648-42CE-A3D9-50FFA4B9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86300"/>
            <a:ext cx="5143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D961B-AE0F-4EE6-B3D2-2587F778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768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00" b="1" i="0">
                <a:solidFill>
                  <a:srgbClr val="1D7A5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D7A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24469-4F80-4037-B0C4-1E6D9F95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D7A5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7A5D"/>
                </a:solidFill>
                <a:latin typeface="Arial"/>
                <a:ea typeface="Arial"/>
                <a:cs typeface="Arial"/>
              </a:rPr>
              <a:t>Control operativo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422288-5DAC-4474-8767-D754AD36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816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1D7A5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D7A5D"/>
                </a:solidFill>
                <a:latin typeface="Arial"/>
                <a:ea typeface="Arial"/>
                <a:cs typeface="Arial"/>
              </a:rPr>
              <a:t>Entradas, salidas, auditoría y métricas en un panel privado.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897F9-2D08-42FF-8E6D-DD490D85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STOCK F1  ·  MINI-STOCK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1D6DB-E295-4D8D-9D99-5F2CBFBC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64541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F39326-7CEA-4D72-A4B6-CD27F02D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Experiencia de solicitud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80CE1-7F6B-4256-886C-9D6A08C5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El flujo público reduce la fricción y deja claro cuándo interviene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494A1-41A7-4094-916C-9E1C676E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0360E-5362-4457-82C2-0DAB9DA6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247900" cy="23812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AB981-D6B0-47E0-863A-CDF55610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59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B496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B496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285EA-CEF1-4D6E-884C-A637C347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6AAE5-642D-4D8E-A092-9C299B75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Acceso corporativo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F2074-869D-404A-8BAD-30E0BE35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El usuario entra con un correo @superwagen.es.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F2EAE-3F5D-4DAF-95C5-952AB980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09800"/>
            <a:ext cx="2247900" cy="23812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BB114-A6C7-4A63-AE78-6AF265C1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38400"/>
            <a:ext cx="59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B496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B496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03E82-1D53-4AD9-A473-99BC5EE6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215B4-B259-4BF4-895D-54FB39CF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766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Selección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29F10-385E-4C00-ABD6-CB4F35C0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433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Busca por producto, SKU o referencia y revisa stock por ubicación.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BC29B-551D-4415-A4E4-7CD94D5C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09800"/>
            <a:ext cx="2247900" cy="23812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1B261-0AF3-4A0D-95FF-6EC6B607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59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B496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B496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8BC9B-5A72-49A0-82D7-D933E03F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2895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27B72-A5FB-4CB9-8766-869760A2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Solicitud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F072B-CA67-4209-BA1B-BC674314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Indica cantidad y envía la petición.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CA2BA-B332-48B5-91E9-8D75E2D6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247900" cy="23812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DE5D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AED80-5ACF-494B-8984-DCD6875B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38400"/>
            <a:ext cx="59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6D3A5-DB50-4BDE-8E6F-3ADDA64B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2895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3A9157-5D14-42A3-89B2-7C6602ED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766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Gestión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00E71-2692-4AD0-892F-81202DA4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433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Operations aprueba o rechaza y el stock se actualiza.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9B37E7-B252-4489-B8AF-4640977D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B496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B4965"/>
                </a:solidFill>
                <a:latin typeface="Arial"/>
                <a:ea typeface="Arial"/>
                <a:cs typeface="Arial"/>
              </a:rPr>
              <a:t>La solicitud bloquea temporalmente el artículo para evitar reservas simultáneas.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7485E-8379-49E4-BA03-35CAD3D0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STOCK F1  ·  MINI-STOCK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3D389D-4458-4D37-AF86-FB790C85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58454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90DC53-6036-47AA-8622-D3FEF514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Panel de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25FAE-69E2-4DAB-851F-C69CA7E8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La operación trabaja sobre el mismo inventario que ve el catálogo público.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7E75E-56F1-4179-AF5F-A3609218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2DD25-246A-4E4C-BC55-1D6923D7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820400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17242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2C224-4933-4CCE-9B81-2DEBAF7A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495550" cy="2933700"/>
          </a:xfrm>
          <a:prstGeom xmlns:a="http://schemas.openxmlformats.org/drawingml/2006/main" prst="roundRect">
            <a:avLst>
              <a:gd name="adj" fmla="val 6107"/>
            </a:avLst>
          </a:prstGeom>
          <a:solidFill xmlns:a="http://schemas.openxmlformats.org/drawingml/2006/main">
            <a:srgbClr val="22333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A879E-0BD9-4E08-AEF5-B2CE9344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FB0B8"/>
                </a:solidFill>
                <a:latin typeface="Arial"/>
                <a:ea typeface="Arial"/>
                <a:cs typeface="Arial"/>
              </a:rPr>
              <a:t>CENTRO DE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773CE-9370-4A83-BC33-BFF5A942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Stock 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7BA3A-DCCC-4D0B-B748-BA458DE3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1714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15589-4AC3-4A3A-81BA-431F82DA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B9C6C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9C6CB"/>
                </a:solidFill>
                <a:latin typeface="Arial"/>
                <a:ea typeface="Arial"/>
                <a:cs typeface="Arial"/>
              </a:rPr>
              <a:t>Resumen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EB43D-FA53-4D1A-B320-AB0C147F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714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FF464-CC8F-4414-B6F2-059DE271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62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Solicitudes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80BDF-8C96-4ACB-A4E1-EB96161C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1714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FCEC4-ED6E-4E54-A393-4F9EE960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43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B9C6C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9C6CB"/>
                </a:solidFill>
                <a:latin typeface="Arial"/>
                <a:ea typeface="Arial"/>
                <a:cs typeface="Arial"/>
              </a:rPr>
              <a:t>Movimientos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EA675E-C5EB-4770-A4A3-313A1103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1714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F1C4A-6CA9-4690-BC43-A2E5A037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244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B9C6C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9C6CB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45AEA-01B4-4E26-9223-CC4F6074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19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Solicitudes pendientes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8AC7F-CCD7-4EF8-984D-C9DB3EFE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956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0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A8B11-09CE-4C35-A9EF-58B63053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Unidades en stock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896C1-6044-49C4-AD58-41F0D957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00" b="1" i="0">
                <a:solidFill>
                  <a:srgbClr val="83D7B6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83D7B6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79DC2-461D-486B-B9C5-3B0B11BD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433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25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6AA5F-52A7-48E9-A107-C4456E82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672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D6E0E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6E0E4"/>
                </a:solidFill>
                <a:latin typeface="Arial"/>
                <a:ea typeface="Arial"/>
                <a:cs typeface="Arial"/>
              </a:rPr>
              <a:t>Aprobación y rechazo actualizan solicitud, stock y auditoría en la misma operación.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1BEBF9-5358-47EC-9C82-ECA03033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FB0B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FB0B8"/>
                </a:solidFill>
                <a:latin typeface="Arial"/>
                <a:ea typeface="Arial"/>
                <a:cs typeface="Arial"/>
              </a:rPr>
              <a:t>Vista conceptual basada en las métricas y paneles implementados.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4226D-7F3B-471C-86FD-600ABF51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STOCK F1  ·  MINI-STOCK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4E5F65-43B1-42E3-B06A-486546E6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2543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D36097-8A65-42CF-BE5C-9420F48B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Arquitectura de la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5A19A-7286-4C53-B02D-70A0FD99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Una aplicación Nuxt con persistencia D1 y controles de acceso en el servidor.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6115E-DD63-4F0C-AAB5-CE8452EC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436BE-357B-410D-8DD1-2989287A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81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DE5D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B8633-E6CD-4B79-946A-2CC8290A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Interfaz Nuxt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01C07-3866-4F9C-86B0-36FE52BF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Catálogo, panel de Operations y estado compartido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EEBF0-56F8-4330-AB39-422630A1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381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EA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3C6B7-D114-4E55-BB0B-3D901C7D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479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B49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B4965"/>
                </a:solidFill>
                <a:latin typeface="Arial"/>
                <a:ea typeface="Arial"/>
                <a:cs typeface="Arial"/>
              </a:rPr>
              <a:t>API server-side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B885A-2A53-484E-A975-F4898EEA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Inventario, solicitudes, movimientos y auditoría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05760-035E-4192-B75B-33B0039B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2381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68255-73A4-4399-A3AF-C2939CC0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479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D7A5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7A5D"/>
                </a:solidFill>
                <a:latin typeface="Arial"/>
                <a:ea typeface="Arial"/>
                <a:cs typeface="Arial"/>
              </a:rPr>
              <a:t>Cloudflare D1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D46B3-16ED-4EE8-B9CA-8FED0CFA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051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Productos, stock, solicitudes y registro de actividad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58F7E-841E-41D4-BCEC-1CBAFC25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2323E-EF11-4EBD-9921-5765DE93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02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1E9DD-358A-409C-911F-6B11558B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B496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B4965"/>
                </a:solidFill>
                <a:latin typeface="Arial"/>
                <a:ea typeface="Arial"/>
                <a:cs typeface="Arial"/>
              </a:rPr>
              <a:t>Cloudflare Pages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AD8C6-0CB3-4071-887F-D5A0E50E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Despliegue preparado con Wrangler y build específico para Pages.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72181-426F-4D51-AF03-4CD5C057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910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B496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B4965"/>
                </a:solidFill>
                <a:latin typeface="Arial"/>
                <a:ea typeface="Arial"/>
                <a:cs typeface="Arial"/>
              </a:rPr>
              <a:t>Cloudflare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57993-32FC-46E6-9F03-16E7AB64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149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Las rutas de escritura validan JWT en origen antes de tocar datos.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E3C3B-32A9-47E5-9734-3C45A533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B496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B4965"/>
                </a:solidFill>
                <a:latin typeface="Arial"/>
                <a:ea typeface="Arial"/>
                <a:cs typeface="Arial"/>
              </a:rPr>
              <a:t>Seguridad transversal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DBE0C-D8E1-47AB-B993-0780FAC3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149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Rate limiting, verificación de email y logs estructurados.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90130-C6B2-4779-BDEC-15F96DD9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STOCK F1  ·  MINI-STOCK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C982BF-191A-4C73-93F4-AF3A984C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15749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A1766C-FC6D-412B-8377-6900369C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Estado actual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F20CD-BF35-4B44-B6FD-4A64FBB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La base funcional está cubierta; la siguiente etapa se centra en robustez operativa y escala.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42CDB-649D-4498-BA29-DCB827D4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5C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1BC04-DA3C-45D9-ABC9-5512FB85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1D7A5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D7A5D"/>
                </a:solidFill>
                <a:latin typeface="Arial"/>
                <a:ea typeface="Arial"/>
                <a:cs typeface="Arial"/>
              </a:rPr>
              <a:t>IMPLEMENTADO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CC9DC-E569-4924-81EA-A639F4CA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D7A5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7A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371DF-798B-45BB-9514-96AE0176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Catálogo público con imágenes y disponibilidad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D755B-CD85-4896-8E63-6C4FE1C3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D7A5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7A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734A9-CB2C-4BE8-8494-C8A49A7D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Solicitudes con bloqueo temporal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45DD6-A928-453A-BE1E-CE4CBCC1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D7A5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7A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C1DB4-7AC5-49B6-B142-AEA50548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Aprobación y rechazo desde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7ADF7-A9AE-4265-A004-B09612DB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D7A5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7A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E8705-DAE2-46A4-8663-F9804827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Entradas y salidas por SC y SBD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D27C0-1479-4252-914E-50A4E4E0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D7A5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7A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473ED-FEA3-4FB9-8BAC-2B7B7F23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Rate limiting, Access JWT y auditoría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1E94DA-1802-48F4-91CA-7D850CFD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D7A5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7A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61EA6D-7514-42E7-98B4-54EFB411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Tests unitarios e integración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57EBB-2CDC-4AF3-B5C3-A7F139CF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SIGUIENTE ETAPA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87114-5A22-40B4-A102-714DBCAC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DF6D0-62F4-48EA-8CF0-4AEEBDE4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Integridad de datos con constraints y locking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54BE3-ACA1-49B4-8732-27474904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33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1C3258-AFED-4864-88AD-4BFE41AF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Paginación y rendimiento para inventarios grandes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E39E7A-C724-4A2E-8E85-173ED50E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67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181EC-2E44-4DC1-A6C7-287F2B0D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480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Operaciones masivas y exportación CSV/Excel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78D6F6-7CD4-40E6-872A-EA624582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00C1D4-FE50-495D-A190-A02A314B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E2E, CI/CD, previews y monitorización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B5A27B-B3C4-4FD3-B24A-560FBAB8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191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DE5D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E0A8D8-63A4-4C24-8DEF-524B3428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14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05A2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05A28"/>
                </a:solidFill>
                <a:latin typeface="Arial"/>
                <a:ea typeface="Arial"/>
                <a:cs typeface="Arial"/>
              </a:rPr>
              <a:t>Prioridad recomendada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57B9E3-86BC-48DE-9025-3E3B0C46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625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Cerrar integridad de datos antes de escalar volumen.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18A57-23EA-40D6-825F-8167BF72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STOCK F1  ·  MINI-STOCK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33AA7D-B027-4363-8811-FC95C8D0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66737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6737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00347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4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C05AA-FDC3-4E88-A187-2752922C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2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C1868-6C48-42A0-974A-91A74008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CBB3C-17D0-499C-9564-72C888AD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B49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B49A"/>
                </a:solidFill>
                <a:latin typeface="Arial"/>
                <a:ea typeface="Arial"/>
                <a:cs typeface="Arial"/>
              </a:rPr>
              <a:t>RESUMEN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0B761-80BE-496A-AFC9-AD010CDE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800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Stock F1 convierte el inventario en una experiencia sencilla para el equipo y controlable para Operations.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3DC52-CA85-4FE0-8272-0FEE4366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16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E3E2A-1D2D-4381-8AF1-44E70C3F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D7E0E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7E0E4"/>
                </a:solidFill>
                <a:latin typeface="Arial"/>
                <a:ea typeface="Arial"/>
                <a:cs typeface="Arial"/>
              </a:rPr>
              <a:t>Producto claro · operación trazable · base preparada para crecer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1c1187d7e4a96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1466850"/>
            <a:ext cx="2095500" cy="3143250"/>
          </a:xfrm>
          <a:prstGeom xmlns:a="http://schemas.openxmlformats.org/drawingml/2006/main" prst="roundRect">
            <a:avLst>
              <a:gd name="adj" fmla="val 1090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023D2-0417-4878-AB26-91B1A8BC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AEBBC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EBBC2"/>
                </a:solidFill>
                <a:latin typeface="Arial"/>
                <a:ea typeface="Arial"/>
                <a:cs typeface="Arial"/>
              </a:rPr>
              <a:t>mini-stock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FE0DF-D37B-4DDC-9324-9D2E545B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924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AEBBC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EBBC2"/>
                </a:solidFill>
                <a:latin typeface="Arial"/>
                <a:ea typeface="Arial"/>
                <a:cs typeface="Arial"/>
              </a:rPr>
              <a:t>Presentación del proyecto</a:t>
            </a:r>
          </a:p>
        </p:txBody>
      </p:sp>
    </p:spTree>
    <p:extLst>
      <p:ext uri="{BB962C8B-B14F-4D97-AF65-F5344CB8AC3E}">
        <p14:creationId xmlns:p14="http://schemas.microsoft.com/office/powerpoint/2010/main" val="1186907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2026-09-10T16:38:37.3510000Z</dcterms:created>
  <dcterms:modified xsi:type="dcterms:W3CDTF">2026-09-10T16:38:37.3510000Z</dcterms:modified>
</coreProperties>
</file>